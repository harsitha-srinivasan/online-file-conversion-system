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326092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326093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326095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326096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32609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326098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326099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326100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326101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2026-04-01T08:36:50Z</dcterms:created>
  <dcterms:modified xsi:type="dcterms:W3CDTF">2026-04-01T08:36:50Z</dcterms:modified>
</cp:coreProperties>
</file>