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Test Invoice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-- 1 of 1 --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2026-04-01T10:51:29Z</dcterms:created>
  <dcterms:modified xsi:type="dcterms:W3CDTF">2026-04-01T10:51:29Z</dcterms:modified>
</cp:coreProperties>
</file>