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55169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5517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uploads\file-177554551703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2026-04-07T07:05:17Z</dcterms:created>
  <dcterms:modified xsi:type="dcterms:W3CDTF">2026-04-07T07:05:17Z</dcterms:modified>
</cp:coreProperties>
</file>