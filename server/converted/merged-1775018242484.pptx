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2417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2418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242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2421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2422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0182423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2026-04-01T04:37:22Z</dcterms:created>
  <dcterms:modified xsi:type="dcterms:W3CDTF">2026-04-01T04:37:22Z</dcterms:modified>
</cp:coreProperties>
</file>