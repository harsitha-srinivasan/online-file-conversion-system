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5429555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5429556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5429556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54295568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5429557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5429557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2026-04-07T06:22:35Z</dcterms:created>
  <dcterms:modified xsi:type="dcterms:W3CDTF">2026-04-07T06:22:35Z</dcterms:modified>
</cp:coreProperties>
</file>